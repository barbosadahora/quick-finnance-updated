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40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281605"/>
            <a:ext cx="5715000" cy="25802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81605"/>
            <a:ext cx="57150" cy="2580289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281605"/>
            <a:ext cx="54292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Quick Finnance:
Desenvolvimento Ágil com Scrum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57250" y="2961782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Uma abordagem iterativa e incremental para a gestão financeira pessoal.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7250" y="3704732"/>
            <a:ext cx="5429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00B4D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EQUIPE DE DESENVOLVIMENTO QUICK FINNANCE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50" y="4471988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429375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Scrum: O Framework Escolhido para o Quick Finnance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42963" y="1693069"/>
            <a:ext cx="3936206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Scrum é um framework ágil focado em entregas de valor contínuas, trabalho em equipe e adaptação rápida a mudanças.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42963" y="2618882"/>
            <a:ext cx="3936206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Baseia-se em ciclos curtos de desenvolvimento chamados Sprints, permitindo feedback constante e ajustes de rota em tempo real.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42963" y="3544695"/>
            <a:ext cx="3936206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escolha justifica-se pela necessidade de integrar módulos distintos (Backend Java e Frontend React) de forma sincronizada e eficiente.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04334" y="1938775"/>
            <a:ext cx="2143125" cy="2143125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584" y="2533492"/>
            <a:ext cx="428625" cy="428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7209" y="3069273"/>
            <a:ext cx="185737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Ciclo de Entrega Contínua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 que o Scrum é Ideal para o Quick Finnance?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764506"/>
            <a:ext cx="321469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0100" y="2193131"/>
            <a:ext cx="22479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Modularidade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00100" y="2516386"/>
            <a:ext cx="2247909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sistema é composto por módulos independentes (Transações, Metas, Orçamentos), o que se alinha perfeitamente às entregas incrementais do Scrum.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359" y="1764506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62359" y="2193131"/>
            <a:ext cx="22479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Flexibilidade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562359" y="2516386"/>
            <a:ext cx="224790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Permite a inclusão de novos requisitos, como as calculadoras financeiras, sem desestabilizar o planejamento de longo prazo do projeto.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19" y="1764506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24619" y="2193131"/>
            <a:ext cx="22479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24619" y="2516386"/>
            <a:ext cx="2247909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As revisões constantes ao final de cada Sprint garantem que o código mantenha um alto padrão de excelência e atenda às necessidades do usuário.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Organização e Fluxo de Trabalho no Scrum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75159"/>
            <a:ext cx="2524116" cy="185190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75159"/>
            <a:ext cx="57150" cy="185190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382316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94" y="1782366"/>
            <a:ext cx="2307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Sprints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0094" y="2098477"/>
            <a:ext cx="2307431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Ciclos de 2 semanas onde transformamos itens do backlog em funcionalidades prontas para uso, garantindo uma cadência constante de entregas.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71838" y="1275159"/>
            <a:ext cx="2543175" cy="185190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3271838" y="1275159"/>
            <a:ext cx="57150" cy="185190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9491" y="1382316"/>
            <a:ext cx="321469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69491" y="1782366"/>
            <a:ext cx="232649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Daily Scrum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469491" y="2098477"/>
            <a:ext cx="2326491" cy="358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 err="1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Compartilhar</a:t>
            </a: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 que foi feito e identificar bloqueios técnicos imediatamente.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010294" y="1275159"/>
            <a:ext cx="2562234" cy="185190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6010294" y="1275159"/>
            <a:ext cx="57150" cy="1851906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950" y="1382316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6950" y="1782366"/>
            <a:ext cx="23455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226950" y="2098477"/>
            <a:ext cx="2345522" cy="54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Planejamento inicial </a:t>
            </a:r>
            <a:r>
              <a:rPr lang="en-US" sz="950" dirty="0" err="1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onde</a:t>
            </a: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 </a:t>
            </a:r>
            <a:r>
              <a:rPr lang="en-US" sz="950" dirty="0" err="1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defino</a:t>
            </a: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 objetivo da Sprint e seleciona as tarefas do backlog que serão priorizadas no ciclo.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Monitoramento e Melhoria Contínua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4" y="1476970"/>
            <a:ext cx="321469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244" y="1941314"/>
            <a:ext cx="22407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Sprint Review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07244" y="2257425"/>
            <a:ext cx="224076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Demonstração das funcionalidades implementadas para validar se atendem às expectativas do Product Owner e dos usuários finais.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503" y="1476970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69503" y="1941314"/>
            <a:ext cx="22407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Sprint Retrospective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569503" y="2257425"/>
            <a:ext cx="2240766" cy="732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Momento de </a:t>
            </a:r>
            <a:r>
              <a:rPr lang="en-US" sz="950" dirty="0" err="1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reflexão</a:t>
            </a: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 sobre o processo de trabalho, identificando o que funcionou e o que pode ser otimizado para a próxima Sprint.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762" y="1476970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31762" y="1941314"/>
            <a:ext cx="224076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Acompanhamento Visual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31762" y="2466380"/>
            <a:ext cx="2240766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Papéis e Responsabilidades da Equipe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00" y="1262658"/>
            <a:ext cx="250031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69981" y="1203722"/>
            <a:ext cx="72025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369981" y="1503759"/>
            <a:ext cx="72025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Responsável por maximizar o valor do produto e gerenciar o Product Backlog, priorizando as funcionalidades financeiras de maior impacto para o usuário.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88" y="2248495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22304" y="2189559"/>
            <a:ext cx="715019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422304" y="2489597"/>
            <a:ext cx="71501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Atua como facilitador, removendo impedimentos técnicos e garantindo que a equipe siga os valores ágeis e as cerimônias do Scrum.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3" y="3234333"/>
            <a:ext cx="357188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4463" y="3175397"/>
            <a:ext cx="71580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Time de Desenvolvimento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414463" y="3475434"/>
            <a:ext cx="7158038" cy="170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1050" dirty="0" err="1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Responsável</a:t>
            </a:r>
            <a:r>
              <a:rPr lang="en-US" sz="10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pela execução técnica, codificando o Backend em Java/Spring Boot e o Frontend em React/TypeScript.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Artefatos e Ferramentas de Gestão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25153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8681" y="1203722"/>
            <a:ext cx="17055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7F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Artefatos Scrum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1525" y="1696641"/>
            <a:ext cx="3514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Backlog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71525" y="1927027"/>
            <a:ext cx="35147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Lista priorizada de todas as funcionalidades, desde o CRUD básico até calculadoras complexas.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71525" y="2577108"/>
            <a:ext cx="3514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1525" y="2807494"/>
            <a:ext cx="35147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Descrições das funcionalidades sob a perspectiva do usuário final para garantir foco na usabilidade.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225153"/>
            <a:ext cx="200025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4931" y="1203722"/>
            <a:ext cx="132516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7F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Ferramentas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057775" y="1696641"/>
            <a:ext cx="35147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057775" y="1927027"/>
            <a:ext cx="35147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Utilizado para controle de versão, revisões de código (Pull Requests) e integração contínua.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057775" y="2577108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Trello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57775" y="2807494"/>
            <a:ext cx="3514725" cy="15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Scrum na Prática: Da Ideia ao Código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122247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1569" y="1203722"/>
            <a:ext cx="162520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Divisão de Tarefas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42963" y="1519833"/>
            <a:ext cx="35147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Funcionalidades complexas são quebradas em subtarefas técnicas granulares para garantir agilidade e foco.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3" y="2074143"/>
            <a:ext cx="62508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6908" y="2038424"/>
            <a:ext cx="2284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Definição de contratos de API (Swagger)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3" y="2317031"/>
            <a:ext cx="62508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6908" y="2281312"/>
            <a:ext cx="23574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Implementação de Models e Repositories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3" y="2559918"/>
            <a:ext cx="62508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6908" y="2524199"/>
            <a:ext cx="2655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Desenvolvimento de UI Components em React</a:t>
            </a:r>
            <a:endParaRPr lang="en-US" sz="9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3" y="3071589"/>
            <a:ext cx="150019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100138" y="3052837"/>
            <a:ext cx="183237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Integração Contínua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42963" y="3368948"/>
            <a:ext cx="35147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Uso de </a:t>
            </a:r>
            <a:r>
              <a:rPr lang="en-US" sz="900" b="1" dirty="0">
                <a:solidFill>
                  <a:srgbClr val="F77F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Pull Requests</a:t>
            </a: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 revisões de código para garantir que as partes se integrem perfeitamente antes da entrega final da Sprint.</a:t>
            </a:r>
            <a:endParaRPr lang="en-US" sz="9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775" y="1222474"/>
            <a:ext cx="128588" cy="1714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293519" y="1203722"/>
            <a:ext cx="24217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Exemplo Real: Orçamentos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5057775" y="1519833"/>
            <a:ext cx="35147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Como transformamos um requisito em código funcional no Quick Finnance:</a:t>
            </a:r>
            <a:endParaRPr lang="en-US" sz="950" dirty="0"/>
          </a:p>
        </p:txBody>
      </p:sp>
      <p:sp>
        <p:nvSpPr>
          <p:cNvPr id="19" name="Text 10"/>
          <p:cNvSpPr/>
          <p:nvPr/>
        </p:nvSpPr>
        <p:spPr>
          <a:xfrm>
            <a:off x="5057775" y="2124149"/>
            <a:ext cx="5250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Backend: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5654278" y="2038424"/>
            <a:ext cx="29182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Implementação da lógica de cálculo de limites e alertas de estouro de orçamento.</a:t>
            </a:r>
            <a:endParaRPr lang="en-US" sz="950" dirty="0"/>
          </a:p>
        </p:txBody>
      </p:sp>
      <p:sp>
        <p:nvSpPr>
          <p:cNvPr id="21" name="Text 12"/>
          <p:cNvSpPr/>
          <p:nvPr/>
        </p:nvSpPr>
        <p:spPr>
          <a:xfrm>
            <a:off x="5057775" y="2538487"/>
            <a:ext cx="5697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Frontend: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5698927" y="2452762"/>
            <a:ext cx="28735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Criação de dashboards visuais com barras de progresso e indicadores de status.</a:t>
            </a:r>
            <a:endParaRPr lang="en-US" sz="950" dirty="0"/>
          </a:p>
        </p:txBody>
      </p:sp>
      <p:sp>
        <p:nvSpPr>
          <p:cNvPr id="23" name="Text 14"/>
          <p:cNvSpPr/>
          <p:nvPr/>
        </p:nvSpPr>
        <p:spPr>
          <a:xfrm>
            <a:off x="5057775" y="2952824"/>
            <a:ext cx="6054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Resultado: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5734645" y="2867099"/>
            <a:ext cx="28378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Funcionalidade testada e integrada em um único ciclo de Sprint.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Benefícios Colhidos e Desafios Superados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2303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7256" y="1275159"/>
            <a:ext cx="232529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Benefícios Percebidos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1525" y="1768078"/>
            <a:ext cx="35861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Previsibilidade e Foco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71525" y="1998464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Maior clareza sobre o que será entregue em cada ciclo, permitindo um foco total nas prioridades do negócio.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71525" y="2634258"/>
            <a:ext cx="35861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Redução de Retrabalho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1525" y="2864644"/>
            <a:ext cx="35861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feedback constante do PO e as revisões de código garantiram que as funcionalidades fossem feitas corretamente na primeira vez.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71525" y="3693319"/>
            <a:ext cx="35861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Alinhamento da Equipe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71525" y="3923705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As Daily Scrums fortaleceram a colaboração entre os desenvolvedores de Backend e Frontend.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282303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22069" y="1275159"/>
            <a:ext cx="223063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Desafios Enfrentados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86338" y="1768078"/>
            <a:ext cx="35861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Estimativas de Esforço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6338" y="1998464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Dificuldade inicial em mensurar a complexidade de tarefas integradas, resolvida com o uso de Planning Poker.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986338" y="2634258"/>
            <a:ext cx="35861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Disciplina das Cerimônias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986338" y="2864644"/>
            <a:ext cx="35861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Manter a constância e o time-box das reuniões diárias exigiu um esforço de adaptação cultural da equipe.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986338" y="3500438"/>
            <a:ext cx="35861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Curva de Aprendizado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6338" y="3730823"/>
            <a:ext cx="35861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transição para um modelo 100% ágil demandou tempo para que todos os membros se sentissem confortáveis com os novos papéis.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2D4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Conclusão: A Eficiência do Scrum no Quick Finnance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42963" y="1907381"/>
            <a:ext cx="714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 Scrum demonstrou ser uma escolha acertada, permitindo que o Quick Finnance evoluísse de um MVP para uma solução robusta e completa.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42963" y="2778919"/>
            <a:ext cx="7143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agilidade proporcionada pelo framework foi crucial para a implementação bem-sucedida de requisitos complexos em tempo recorde e com alta qualidade.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42963" y="3650456"/>
            <a:ext cx="7143750" cy="444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1250" dirty="0" err="1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Recomenda</a:t>
            </a:r>
            <a:r>
              <a:rPr lang="en-US" sz="1250" dirty="0">
                <a:solidFill>
                  <a:srgbClr val="4A4E6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 modelo para projetos que buscam excelência técnica, colaboração multidisciplinar e adaptabilidade no desenvolvimento de software.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0" y="4736306"/>
            <a:ext cx="9144000" cy="173236"/>
          </a:xfrm>
          <a:prstGeom prst="rect">
            <a:avLst/>
          </a:prstGeom>
          <a:noFill/>
          <a:ln/>
        </p:spPr>
        <p:txBody>
          <a:bodyPr wrap="square" lIns="68033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2" dirty="0">
                <a:solidFill>
                  <a:srgbClr val="00B4D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OBRIGADO PELA ATENÇÃO!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297" y="4232672"/>
            <a:ext cx="482203" cy="428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804</Words>
  <Application>Microsoft Office PowerPoint</Application>
  <PresentationFormat>Apresentação na tela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 Bold</vt:lpstr>
      <vt:lpstr>Playfair Display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Administrador</cp:lastModifiedBy>
  <cp:revision>2</cp:revision>
  <dcterms:created xsi:type="dcterms:W3CDTF">2026-05-06T22:41:46Z</dcterms:created>
  <dcterms:modified xsi:type="dcterms:W3CDTF">2026-05-06T22:54:47Z</dcterms:modified>
</cp:coreProperties>
</file>